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Jenu-Gumpu (ಜೇನು-ಗುಂಪು)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Empowering Honey Hunters through Digital Collective Bargaining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MindMatrix VTU Internship Program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Vision: Transform tribal honey hunters into brand owners.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Mission: Provide a digital platform for harvest management and fair trade.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Target: Forest-dwelling communities and rural beekeepers.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Exploitation by Middlemen: Producers get only a fraction of the market price.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Information Gap: No access to urban retail pricing.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Quality Issues: Lack of standardized grading at the source.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 Traceability: Difficult to brand and market "Forest-to-Table" honey.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The Solution: Jenu-Gumpu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Digital Ledger: Real-time logging of harvests.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Grading Tools: Standardizing quality (Color/Moisture checks).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Collective Bargaining: Pooling stock data for better negotiation.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Bilingual Interface: Kannada and English support for accessibility.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Harvest Log &amp; Collective Stock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Detailed Logging: Location, Quantity, and Floral Source (e.g., Wildflower).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Digital History: Track production trends over seasons.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Collective Stock: Summing individual entries to show total group capacity.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Honey Grading Guide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Visual Standards: Simplified color/moisture comparison 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Icon-Based UI: Easy to understand for users with varying literacy levels.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Value Addition: Grade A honey commands premium pricing.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Profit Calculator &amp; Price Monitor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Market Price Monitor: Real-time comparison of wholesale vs retail.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Net Earnings Logic: Accounts for processing, filtering, and transport costs.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Empowerment: Data-driven decision making for honey hunters.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Sustainability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Eco-Friendly Harvesting: Guidelines to protect bee colonies.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Economic Independence: Better livelihoods for tribal communities.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Forest Preservation: Sustainable livelihoods discourage deforestation.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Technical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Frontend: Jetpack Compose (Modern Android UI).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Language: Kotlin &amp; Node.js Backend.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GenAI Integration: Leveraging AI for code generation and UX optimization.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Localization: Strings and resources in Kannada.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Bridging the Gap: Connecting the forest directly to the market.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Digital Transformation: Empowerment through technology.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Future Scope: E-commerce and Blockchain traceability.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Thank You! 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2026-05-02T19:39:14Z</dcterms:created>
  <dcterms:modified xsi:type="dcterms:W3CDTF">2026-05-02T19:39:14Z</dcterms:modified>
</cp:coreProperties>
</file>